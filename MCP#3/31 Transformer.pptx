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5f1a2d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5f1a2d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925" y="-7"/>
            <a:ext cx="7968524" cy="50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5820"/>
          <a:stretch/>
        </p:blipFill>
        <p:spPr>
          <a:xfrm>
            <a:off x="2381500" y="38300"/>
            <a:ext cx="4498050" cy="52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