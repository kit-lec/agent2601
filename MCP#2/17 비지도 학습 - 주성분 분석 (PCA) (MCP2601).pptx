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e8a8bf6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e8a8bf6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e8a8bf69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e8a8bf69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8a8bf6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8a8bf6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8a8bf69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8a8bf69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8a8bf69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e8a8bf69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3400"/>
            <a:ext cx="8839200" cy="354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'데이터의 분포'를 가장 잘 표현하는 방향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15441" l="0" r="47691" t="0"/>
          <a:stretch/>
        </p:blipFill>
        <p:spPr>
          <a:xfrm>
            <a:off x="1609550" y="1290000"/>
            <a:ext cx="4623750" cy="3001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25009" l="6055" r="47690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5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5"/>
          <p:cNvSpPr txBox="1"/>
          <p:nvPr/>
        </p:nvSpPr>
        <p:spPr>
          <a:xfrm>
            <a:off x="5560800" y="152557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(2, 1)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샘플데이터를 주성분에 투영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5009" l="6055" r="47690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/>
        </p:nvSpPr>
        <p:spPr>
          <a:xfrm>
            <a:off x="3893025" y="130920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s(4, 2)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912450" y="1711400"/>
            <a:ext cx="165000" cy="1650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6"/>
          <p:cNvCxnSpPr>
            <a:stCxn id="86" idx="5"/>
          </p:cNvCxnSpPr>
          <p:nvPr/>
        </p:nvCxnSpPr>
        <p:spPr>
          <a:xfrm>
            <a:off x="4053286" y="1852236"/>
            <a:ext cx="236100" cy="33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/>
        </p:nvSpPr>
        <p:spPr>
          <a:xfrm>
            <a:off x="4530675" y="2185525"/>
            <a:ext cx="826200" cy="461700"/>
          </a:xfrm>
          <a:prstGeom prst="rect">
            <a:avLst/>
          </a:prstGeom>
          <a:solidFill>
            <a:srgbClr val="FFFFFF">
              <a:alpha val="60379"/>
            </a:srgbClr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p(4.5)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두번째 주성분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25009" l="6055" r="47690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7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x2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 rot="10800000">
            <a:off x="2998550" y="1971975"/>
            <a:ext cx="621300" cy="7764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